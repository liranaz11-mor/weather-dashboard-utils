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54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54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466344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65760" cy="365760"/>
          </a:xfrm>
          <a:prstGeom prst="rect">
            <a:avLst/>
          </a:prstGeom>
          <a:solidFill>
            <a:srgbClr val="154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549E5"/>
                </a:solidFill>
                <a:latin typeface="Arial"/>
              </a:rPr>
              <a:t>בונים עתיד עם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346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A2F32"/>
                </a:solidFill>
                <a:latin typeface="Arial"/>
              </a:rPr>
              <a:t>המסע שלכם מתחיל כאן!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75C60"/>
                </a:solidFill>
                <a:latin typeface="Arial"/>
              </a:rPr>
              <a:t>הצטרפו לרובוט החכם שלנו למסע מרגש שבו תלמדו
איך להפוך רעיונות למציאות בעזרת בינה מלאכותית.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5303520"/>
            <a:ext cx="3383280" cy="640080"/>
          </a:xfrm>
          <a:prstGeom prst="rect">
            <a:avLst/>
          </a:prstGeom>
          <a:solidFill>
            <a:srgbClr val="154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53035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בואו נתחיל! 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54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549E5"/>
                </a:solidFill>
                <a:latin typeface="Arial"/>
              </a:rPr>
              <a:t>מה תלמדו?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09728" cy="4846320"/>
          </a:xfrm>
          <a:prstGeom prst="rect">
            <a:avLst/>
          </a:prstGeom>
          <a:solidFill>
            <a:srgbClr val="00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006A28"/>
                </a:solidFill>
                <a:latin typeface="Arial"/>
              </a:rPr>
              <a:t>✏️ עיצוב קסום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2A2F32"/>
                </a:solidFill>
                <a:latin typeface="Arial"/>
              </a:rPr>
              <a:t>למדו איך לעצב מסכים
שנראים מדהים כמו המקצוענים.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6576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109728" cy="4846320"/>
          </a:xfrm>
          <a:prstGeom prst="rect">
            <a:avLst/>
          </a:prstGeom>
          <a:solidFill>
            <a:srgbClr val="154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1549E5"/>
                </a:solidFill>
                <a:latin typeface="Arial"/>
              </a:rPr>
              <a:t>🧠 חשיבה חכמה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2A2F32"/>
                </a:solidFill>
                <a:latin typeface="Arial"/>
              </a:rPr>
              <a:t>הבינו איך ה-AI עוזר לנו
לפתור בעיות גדולות בדרכים חדשות.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6576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109728" cy="4846320"/>
          </a:xfrm>
          <a:prstGeom prst="rect">
            <a:avLst/>
          </a:prstGeom>
          <a:solidFill>
            <a:srgbClr val="6D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7373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6D5A00"/>
                </a:solidFill>
                <a:latin typeface="Arial"/>
              </a:rPr>
              <a:t>⚡ יצירה מהירה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2A2F32"/>
                </a:solidFill>
                <a:latin typeface="Arial"/>
              </a:rPr>
              <a:t>הפוך את הרעיון שלך
לאפליקציה אמיתית תוך זמן קצר!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54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549E5"/>
                </a:solidFill>
                <a:latin typeface="Arial"/>
              </a:rPr>
              <a:t>איך זה עובד?</a:t>
            </a:r>
          </a:p>
        </p:txBody>
      </p:sp>
      <p:sp>
        <p:nvSpPr>
          <p:cNvPr id="5" name="Oval 4"/>
          <p:cNvSpPr/>
          <p:nvPr/>
        </p:nvSpPr>
        <p:spPr>
          <a:xfrm>
            <a:off x="1554480" y="1463040"/>
            <a:ext cx="914400" cy="914400"/>
          </a:xfrm>
          <a:prstGeom prst="ellipse">
            <a:avLst/>
          </a:prstGeom>
          <a:solidFill>
            <a:srgbClr val="154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A2F32"/>
                </a:solidFill>
                <a:latin typeface="Arial"/>
              </a:rPr>
              <a:t>רעיון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75C60"/>
                </a:solidFill>
                <a:latin typeface="Arial"/>
              </a:rPr>
              <a:t>בוחרים רעיון לאפליקציה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549E5"/>
                </a:solidFill>
                <a:latin typeface="Arial"/>
              </a:rPr>
              <a:t>←</a:t>
            </a:r>
          </a:p>
        </p:txBody>
      </p:sp>
      <p:sp>
        <p:nvSpPr>
          <p:cNvPr id="9" name="Oval 8"/>
          <p:cNvSpPr/>
          <p:nvPr/>
        </p:nvSpPr>
        <p:spPr>
          <a:xfrm>
            <a:off x="4480560" y="1463040"/>
            <a:ext cx="914400" cy="914400"/>
          </a:xfrm>
          <a:prstGeom prst="ellipse">
            <a:avLst/>
          </a:prstGeom>
          <a:solidFill>
            <a:srgbClr val="154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603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A2F32"/>
                </a:solidFill>
                <a:latin typeface="Arial"/>
              </a:rPr>
              <a:t>עיצוב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2918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75C60"/>
                </a:solidFill>
                <a:latin typeface="Arial"/>
              </a:rPr>
              <a:t>מעצבים את המסכים עם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549E5"/>
                </a:solidFill>
                <a:latin typeface="Arial"/>
              </a:rPr>
              <a:t>←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0" y="1463040"/>
            <a:ext cx="914400" cy="914400"/>
          </a:xfrm>
          <a:prstGeom prst="ellipse">
            <a:avLst/>
          </a:prstGeom>
          <a:solidFill>
            <a:srgbClr val="154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A2F32"/>
                </a:solidFill>
                <a:latin typeface="Arial"/>
              </a:rPr>
              <a:t>פיתוח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918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75C60"/>
                </a:solidFill>
                <a:latin typeface="Arial"/>
              </a:rPr>
              <a:t>כותבים קוד בעזרת בינה מלאכותית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549E5"/>
                </a:solidFill>
                <a:latin typeface="Arial"/>
              </a:rPr>
              <a:t>←</a:t>
            </a:r>
          </a:p>
        </p:txBody>
      </p:sp>
      <p:sp>
        <p:nvSpPr>
          <p:cNvPr id="17" name="Oval 16"/>
          <p:cNvSpPr/>
          <p:nvPr/>
        </p:nvSpPr>
        <p:spPr>
          <a:xfrm>
            <a:off x="10332720" y="1463040"/>
            <a:ext cx="914400" cy="914400"/>
          </a:xfrm>
          <a:prstGeom prst="ellipse">
            <a:avLst/>
          </a:prstGeom>
          <a:solidFill>
            <a:srgbClr val="154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5603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A2F32"/>
                </a:solidFill>
                <a:latin typeface="Arial"/>
              </a:rPr>
              <a:t>השקה!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2918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75C60"/>
                </a:solidFill>
                <a:latin typeface="Arial"/>
              </a:rPr>
              <a:t>מוציאים לעולם אפליקציה אמיתית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4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מוכנים להתחיל?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8D3FF"/>
                </a:solidFill>
                <a:latin typeface="Arial"/>
              </a:rPr>
              <a:t>בואו ניצור יחד את העתיד עם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114800"/>
            <a:ext cx="39319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411480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549E5"/>
                </a:solidFill>
                <a:latin typeface="Arial"/>
              </a:rPr>
              <a:t>בואו נתחיל!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